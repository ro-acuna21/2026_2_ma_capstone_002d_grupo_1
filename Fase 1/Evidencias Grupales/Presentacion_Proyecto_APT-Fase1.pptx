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Franklin Gothic"/>
      <p:bold r:id="rId23"/>
    </p:embeddedFont>
    <p:embeddedFont>
      <p:font typeface="Bebas Neue"/>
      <p:regular r:id="rId24"/>
    </p:embeddedFont>
    <p:embeddedFont>
      <p:font typeface="Roboto Condensed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hAO3uQ7EjiKVl+9ejINjuNW1K2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3E2B82-9F47-4255-9B91-4E1EE9901C47}">
  <a:tblStyle styleId="{1C3E2B82-9F47-4255-9B91-4E1EE9901C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BebasNeue-regular.fntdata"/><Relationship Id="rId23" Type="http://schemas.openxmlformats.org/officeDocument/2006/relationships/font" Target="fonts/Franklin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Condensed-bold.fntdata"/><Relationship Id="rId25" Type="http://schemas.openxmlformats.org/officeDocument/2006/relationships/font" Target="fonts/RobotoCondensed-regular.fntdata"/><Relationship Id="rId28" Type="http://schemas.openxmlformats.org/officeDocument/2006/relationships/font" Target="fonts/RobotoCondensed-boldItalic.fntdata"/><Relationship Id="rId27" Type="http://schemas.openxmlformats.org/officeDocument/2006/relationships/font" Target="fonts/RobotoCondense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flipH="1">
            <a:off x="-1" y="0"/>
            <a:ext cx="4629587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" y="11958"/>
            <a:ext cx="4518116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9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8" name="Google Shape;18;p1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9" name="Google Shape;19;p1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0" name="Google Shape;20;p19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" name="Google Shape;23;p20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8" name="Google Shape;28;p20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34" name="Google Shape;34;p21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5" name="Google Shape;35;p2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2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0483" y="6287016"/>
            <a:ext cx="1687458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/>
          <p:nvPr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/>
          <p:nvPr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4" name="Google Shape;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28" y="6225296"/>
            <a:ext cx="1992643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2" type="sldNum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4148520" y="39669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 sz="4000"/>
            </a:br>
            <a:br>
              <a:rPr lang="en-US" sz="4000"/>
            </a:br>
            <a:r>
              <a:rPr lang="en-US" sz="4000"/>
              <a:t>Fase1 Proyecto APT</a:t>
            </a:r>
            <a:br>
              <a:rPr lang="en-US" sz="4000"/>
            </a:br>
            <a:br>
              <a:rPr lang="en-US" sz="2000"/>
            </a:br>
            <a:r>
              <a:rPr b="1" lang="en-US" sz="2000"/>
              <a:t>Docente:</a:t>
            </a:r>
            <a:r>
              <a:rPr lang="en-US" sz="2000"/>
              <a:t>Reginaldo Salinas Bruna</a:t>
            </a:r>
            <a:br>
              <a:rPr lang="en-US" sz="2000"/>
            </a:br>
            <a:r>
              <a:rPr lang="en-US" sz="2000"/>
              <a:t>Grupo Nº: 1</a:t>
            </a:r>
            <a:br>
              <a:rPr lang="en-US" sz="2000"/>
            </a:br>
            <a:r>
              <a:rPr lang="en-US" sz="2000"/>
              <a:t>Integrantes:</a:t>
            </a:r>
            <a:br>
              <a:rPr lang="en-US" sz="2000"/>
            </a:br>
            <a:r>
              <a:rPr lang="en-US" sz="2000"/>
              <a:t>Roberto Acuña</a:t>
            </a:r>
            <a:endParaRPr sz="2000"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/>
              <a:t>Hugo Ruiz</a:t>
            </a:r>
            <a:endParaRPr sz="2000"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/>
              <a:t>Denise Ulloa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Descripción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1172550" y="1852450"/>
            <a:ext cx="7074900" cy="4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MedSync es un planificador de recursos de centros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médicos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para principalmente planificar el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agendamiento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horas,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algunos recursos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administrativos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estos.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 pacientes, profesionales y especialidades.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 la disponibilidad de reservas, reprogramaciones y cancelaciones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 roles de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reportes de agenda.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 la información para facilitar la coordinación entre pacientes, profesionales y personal administrativo.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Contempla el 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cada paciente, pero no buscamos almacenar las fichas 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clínicas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buscamos un alcance 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administrativo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Relación con Perfil</a:t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936075" y="1359750"/>
            <a:ext cx="3517800" cy="4138500"/>
          </a:xfrm>
          <a:prstGeom prst="rect">
            <a:avLst/>
          </a:prstGeom>
          <a:solidFill>
            <a:srgbClr val="F0F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ompetencias aplicadas: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software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manipulación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bases de datos.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web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 y gestión de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tecnológicos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4507650" y="1359750"/>
            <a:ext cx="3517800" cy="4138500"/>
          </a:xfrm>
          <a:prstGeom prst="rect">
            <a:avLst/>
          </a:prstGeom>
          <a:solidFill>
            <a:srgbClr val="F0F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Relación con el perfil.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exige analizar requerimientos, diseñar la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desarrollar frontend y backend, gestionar una base de datos y controlar permisos de usuarios.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Factibilidad del proyecto en la asignatura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Factibilidad del Proyecto</a:t>
            </a:r>
            <a:endParaRPr/>
          </a:p>
        </p:txBody>
      </p:sp>
      <p:sp>
        <p:nvSpPr>
          <p:cNvPr id="94" name="Google Shape;94;p7"/>
          <p:cNvSpPr txBox="1"/>
          <p:nvPr/>
        </p:nvSpPr>
        <p:spPr>
          <a:xfrm>
            <a:off x="729150" y="1212000"/>
            <a:ext cx="7685700" cy="44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Creemos que el proyecto es factible de realizar durante el semestre debido a su alcance definido y las herramientas y conocimientos disponibles.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equipo de trabajo cuenta con conocimientos adquiridos durante la carrera que se enlazan con el alcance definido.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dispone de las herramientas necesarias para implementar 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trabajo se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organizará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tareas y etapas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según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funcionalidades y objetivos.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 de los principales desafíos será gestionar adecuadamente los tiempos asociados a cada tarea y etapa del proyecto, asegurando el cumplimiento de la planificación establecida.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Objetivos del Proyecto</a:t>
            </a:r>
            <a:endParaRPr/>
          </a:p>
        </p:txBody>
      </p:sp>
      <p:sp>
        <p:nvSpPr>
          <p:cNvPr id="105" name="Google Shape;105;p9"/>
          <p:cNvSpPr txBox="1"/>
          <p:nvPr/>
        </p:nvSpPr>
        <p:spPr>
          <a:xfrm>
            <a:off x="332975" y="1260600"/>
            <a:ext cx="758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Objetivo Generales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318425" y="1921275"/>
            <a:ext cx="8709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Desarrollar un sistema web Saas para gestionar la agenda y los recursos administrativos de centros </a:t>
            </a:r>
            <a:r>
              <a:rPr lang="en-US" sz="1300">
                <a:solidFill>
                  <a:schemeClr val="dk1"/>
                </a:solidFill>
              </a:rPr>
              <a:t>médicos</a:t>
            </a:r>
            <a:r>
              <a:rPr lang="en-US" sz="1300">
                <a:solidFill>
                  <a:schemeClr val="dk1"/>
                </a:solidFill>
              </a:rPr>
              <a:t>, centralizado la </a:t>
            </a:r>
            <a:r>
              <a:rPr lang="en-US" sz="1300">
                <a:solidFill>
                  <a:schemeClr val="dk1"/>
                </a:solidFill>
              </a:rPr>
              <a:t>información</a:t>
            </a:r>
            <a:r>
              <a:rPr lang="en-US" sz="1300">
                <a:solidFill>
                  <a:schemeClr val="dk1"/>
                </a:solidFill>
              </a:rPr>
              <a:t> de pacientes, profesionales, especialidades, disponibilidad, reservas.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332975" y="2787250"/>
            <a:ext cx="758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Objetivo Especificos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438700" y="3429000"/>
            <a:ext cx="7611300" cy="1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Analizar:</a:t>
            </a:r>
            <a:r>
              <a:rPr lang="en-US" sz="1100"/>
              <a:t> identificar los requerimientos y procesos principales de los centros médicos.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Diseñar:</a:t>
            </a:r>
            <a:r>
              <a:rPr lang="en-US" sz="1100"/>
              <a:t> definir la estructura del sistema, las interfaces y la base de datos.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Desarrollar:</a:t>
            </a:r>
            <a:r>
              <a:rPr lang="en-US" sz="1100"/>
              <a:t> implementar la gestión de pacientes, profesionales, especialidades y agenda.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Implementar:</a:t>
            </a:r>
            <a:r>
              <a:rPr lang="en-US" sz="1100"/>
              <a:t> incorporar roles, permisos, notificaciones y reportes.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Probar:</a:t>
            </a:r>
            <a:r>
              <a:rPr lang="en-US" sz="1100"/>
              <a:t> verificar el funcionamiento de las funcionalidades desarrolladas.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81899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Metodologías del Proyecto</a:t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293325" y="1326650"/>
            <a:ext cx="761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Metodología ágil Scrum</a:t>
            </a: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293325" y="1987350"/>
            <a:ext cx="7611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Para desarrollar el proyecto MedSync, se utilizará la metodología ágil Scrum, organizando el trabajo mediante iteraciones cortas o sprints que permitan desarrollar, probar y mejorar progresivamente las funcionalidades del sistema. El equipo organizará las tareas mediante un Product Backlog, seleccionando las actividades a desarrollar en cada sprint y realizando revisiones periódicas del avance. </a:t>
            </a:r>
            <a:endParaRPr sz="1300">
              <a:solidFill>
                <a:srgbClr val="818990"/>
              </a:solidFill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359400" y="2965175"/>
            <a:ext cx="7611300" cy="30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Tecnologías seleccionadas:</a:t>
            </a:r>
            <a:endParaRPr b="1"/>
          </a:p>
          <a:p>
            <a:pPr indent="-29210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React + TypeScript:</a:t>
            </a:r>
            <a:r>
              <a:rPr lang="en-US" sz="1000"/>
              <a:t> Desarrollo del frontend.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Tailwind CSS + shadcn/ui:</a:t>
            </a:r>
            <a:r>
              <a:rPr lang="en-US" sz="1000"/>
              <a:t> Diseño y componentes de interfaz.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Laravel:</a:t>
            </a:r>
            <a:r>
              <a:rPr lang="en-US" sz="1000"/>
              <a:t> Desarrollo del backend, API y lógica de negocio.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PostgreSQL:</a:t>
            </a:r>
            <a:r>
              <a:rPr lang="en-US" sz="1000"/>
              <a:t> Almacenamiento y gestión de los datos.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Eloquent ORM:</a:t>
            </a:r>
            <a:r>
              <a:rPr lang="en-US" sz="1000"/>
              <a:t> Comunicación entre Laravel y PostgreSQL.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Laravel Sanctum:</a:t>
            </a:r>
            <a:r>
              <a:rPr lang="en-US" sz="1000"/>
              <a:t> Autenticación y protección de acceso.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API REST:</a:t>
            </a:r>
            <a:r>
              <a:rPr lang="en-US" sz="1000"/>
              <a:t> Comunicación entre frontend y backend.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Spatie Laravel Permission:</a:t>
            </a:r>
            <a:r>
              <a:rPr lang="en-US" sz="1000"/>
              <a:t> Gestión de roles y permisos.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Figma:</a:t>
            </a:r>
            <a:r>
              <a:rPr lang="en-US" sz="1000"/>
              <a:t> Prototipado y diseño de interfaces.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Git + GitHub:</a:t>
            </a:r>
            <a:r>
              <a:rPr lang="en-US" sz="1000"/>
              <a:t> Control de versiones y trabajo colaborativo.</a:t>
            </a:r>
            <a:endParaRPr sz="1000"/>
          </a:p>
          <a:p>
            <a:pPr indent="0" lvl="0" marL="0" rtl="0" algn="just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Plan del Proyecto</a:t>
            </a:r>
            <a:endParaRPr/>
          </a:p>
        </p:txBody>
      </p:sp>
      <p:graphicFrame>
        <p:nvGraphicFramePr>
          <p:cNvPr id="132" name="Google Shape;132;p13"/>
          <p:cNvGraphicFramePr/>
          <p:nvPr/>
        </p:nvGraphicFramePr>
        <p:xfrm>
          <a:off x="490000" y="140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{1C3E2B82-9F47-4255-9B91-4E1EE9901C47}</a:tableStyleId>
              </a:tblPr>
              <a:tblGrid>
                <a:gridCol w="1643350"/>
                <a:gridCol w="2277625"/>
                <a:gridCol w="1418700"/>
                <a:gridCol w="1233725"/>
                <a:gridCol w="1643350"/>
              </a:tblGrid>
              <a:tr h="570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  Actividades/Tareas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 Actividades/Tareas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Recursos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Duración de la actividad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847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requerimientos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Identificar y definir los requerimientos principales para medsync, considerando las necesidades de pacientes, profesionales y administradores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 del proyecto y herramientas de documentación.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 semana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Roberto + Hugo + Denise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847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la base de datos.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Diseñar las entidades, relaciones y estructura de la base de datos de MedSync.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PostgreSQL, pgAdmin, diagrama 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semana.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Roberto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47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arquitectura.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Definir la estructura Backend, Frontend, APIs y comunicación con la base de datos.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Laravel, React, PostgreSQL, API REST, Eloquent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semana.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Hugo + Denise + Roberto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47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interfaces.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los prototipos de las principales pantallas del sistema.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Figma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semana.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Denise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47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 usuarios y roles.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registro, inicio de sesión y permisos según el tipo de usuario.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Laravel, Sanctum, Spatie, PostgreSQL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semanas.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Hugo + Roberto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Evidencias esperadas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42625" y="1129800"/>
            <a:ext cx="65700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Formulario de selección de proyecto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Documento:</a:t>
            </a:r>
            <a:br>
              <a:rPr b="1" lang="en-US" sz="1100"/>
            </a:br>
            <a:r>
              <a:rPr lang="en-US" sz="1100"/>
              <a:t>Formulario utilizado para presentar y formalizar la selección del proyecto </a:t>
            </a:r>
            <a:r>
              <a:rPr b="1" lang="en-US" sz="1100"/>
              <a:t>MedSync</a:t>
            </a:r>
            <a:r>
              <a:rPr lang="en-US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¿Qué evidencia?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Formalización y selección del proyecto ATP.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Definición de sus principales características y objetivos.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Relación del proyecto con las competencias e intereses profesionales del equipo.</a:t>
            </a:r>
            <a:endParaRPr sz="1100"/>
          </a:p>
        </p:txBody>
      </p:sp>
      <p:pic>
        <p:nvPicPr>
          <p:cNvPr id="144" name="Google Shape;14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925" y="3253475"/>
            <a:ext cx="3649024" cy="337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625" y="3253475"/>
            <a:ext cx="3774075" cy="33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/>
            </a:br>
            <a:r>
              <a:rPr lang="en-US"/>
              <a:t>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2020-01-19T17:40:32Z</dcterms:created>
  <dc:creator>Victor Rodrigo Galaz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